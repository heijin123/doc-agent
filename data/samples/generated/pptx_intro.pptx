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DocAgent 介绍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把企业散落的文档变成可检索、可问答、带出处的知识库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核心能力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多格式解析</a:t>
            </a:r>
          </a:p>
          <a:p>
            <a:r>
              <a:t>结构感知切片</a:t>
            </a:r>
          </a:p>
          <a:p>
            <a:r>
              <a:t>引用溯源问答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